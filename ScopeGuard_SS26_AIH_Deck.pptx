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02920" y="320040"/>
            <a:ext cx="960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20040"/>
            <a:ext cx="960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[Institution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Logo]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0698480" y="320040"/>
            <a:ext cx="960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698480" y="320040"/>
            <a:ext cx="960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[Hackathon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Logo]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566160" y="3657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SUMMER SCHOOL '26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02920" y="1417320"/>
            <a:ext cx="11155680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141732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ScopeGuard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548640" y="2514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catches scope creep before it costs you your billable hours.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6035040" cy="502920"/>
          </a:xfrm>
          <a:prstGeom prst="roundRect">
            <a:avLst>
              <a:gd name="adj" fmla="val 50909"/>
            </a:avLst>
          </a:prstGeom>
          <a:solidFill>
            <a:srgbClr val="FFFFFF"/>
          </a:solidFill>
          <a:ln w="12700">
            <a:solidFill>
              <a:srgbClr val="1F1F1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48640" y="310896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 Open Innovation — Build the Next AI Startup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3977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TEAM DETAILS</a:t>
            </a:r>
          </a:p>
          <a:p>
            <a:r>
              <a:t>Team Name: CodeCatalyst | Reg No: EV896e63aa615213</a:t>
            </a:r>
          </a:p>
          <a:p>
            <a:r>
              <a:t>Members: Dilshan Pal Singh (Lead) | Sudhanshu Bhat | Ansul Mishra</a:t>
            </a:r>
          </a:p>
          <a:p>
            <a:r>
              <a:t>Contact: dilshanpal27singh@gmail.com (+91-8899965771)</a:t>
            </a:r>
          </a:p>
        </p:txBody>
      </p:sp>
      <p:sp>
        <p:nvSpPr>
          <p:cNvPr id="14" name="Text 12"/>
          <p:cNvSpPr/>
          <p:nvPr/>
        </p:nvSpPr>
        <p:spPr>
          <a:xfrm>
            <a:off x="594360" y="4434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TEAM DETAILS</a:t>
            </a:r>
          </a:p>
          <a:p>
            <a:r>
              <a:t>Team Name: CodeCatalyst | Reg No: EV896e63aa615213</a:t>
            </a:r>
          </a:p>
          <a:p>
            <a:r>
              <a:t>Members: Dilshan Pal Singh (Lead) | Sudhanshu Bhat | Ansul Mishra</a:t>
            </a:r>
          </a:p>
          <a:p>
            <a:r>
              <a:t>Contact: dilshanpal27singh@gmail.com (+91-8899965771)</a:t>
            </a:r>
          </a:p>
        </p:txBody>
      </p:sp>
      <p:sp>
        <p:nvSpPr>
          <p:cNvPr id="15" name="Text 13"/>
          <p:cNvSpPr/>
          <p:nvPr/>
        </p:nvSpPr>
        <p:spPr>
          <a:xfrm>
            <a:off x="594360" y="4846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Members: </a:t>
            </a:r>
            <a:pPr indent="0" marL="0"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 1 – Role]  ·  [Name 2 – Role]  ·  [Name 3 – Role]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94360" y="5257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</a:t>
            </a:r>
            <a:pPr indent="0" marL="0"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[email / phone]   </a:t>
            </a:r>
            <a:pPr indent="0" marL="0">
              <a:buNone/>
            </a:pPr>
            <a:r>
              <a:rPr lang="en-US" sz="12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(if any): </a:t>
            </a:r>
            <a:pPr indent="0" marL="0"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[Mentor Name]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SS26 · AIH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Freelancers lose 15–20% of billable time to scope creep they can't prove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agencies and solo freelancers absorb silent, cumulative scope creep with no clean record of what was originally agreed — or what got added along the way.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1F1F"/>
            </a:solidFill>
            <a:prstDash val="solid"/>
          </a:ln>
        </p:spPr>
      </p:sp>
      <p:pic>
        <p:nvPicPr>
          <p:cNvPr id="7" name="Image 0" descr="/home/claude/icon_ar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" y="2537460"/>
            <a:ext cx="173736" cy="1737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239572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05840" y="27249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explanation of the problem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05840" y="333756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affected: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Freelancers, consultants, and small agencies (2–10 people) with no dedicated project manager.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05840" y="402336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broken today: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requests creep past the signed scope over Slack and email, with zero systematic tracking.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05840" y="470916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now: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freelance economy is growing fast, and unbilled scope creep is a top-cited pain point with no dedicated AI tool addressing it.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05840" y="539496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if it remains unsolved: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Freelancers keep absorbing unpaid work, quietly eroding project margins and, eventually, client trust.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SS26 · AIH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5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ScopeGuard: an AI agent that watches, flags, and bills scope creep automatically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connects to the tools freelancers already use and compares every incoming request against the signed scope, in real time.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1F1F"/>
            </a:solidFill>
            <a:prstDash val="solid"/>
          </a:ln>
        </p:spPr>
      </p:sp>
      <p:pic>
        <p:nvPicPr>
          <p:cNvPr id="7" name="Image 0" descr="/home/claude/icon_ar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" y="2583180"/>
            <a:ext cx="173736" cy="17373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005840" y="2441448"/>
            <a:ext cx="3108960" cy="384048"/>
          </a:xfrm>
          <a:prstGeom prst="rect">
            <a:avLst/>
          </a:prstGeom>
          <a:ln w="15875">
            <a:solidFill>
              <a:srgbClr val="7C3A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97280" y="244144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05840" y="28620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explanation of the proposed solution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05840" y="352044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explanation: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freelancer uploads their signed scope once; ScopeGuard links to Slack/email and continuously compares every new request against it.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05840" y="438912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addresses the problem: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a request falls outside scope, it's flagged, timestamped in a drift log, and a polite draft reply is generated — turning invisible creep into a documented, billable item.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05840" y="525780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is integrated: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Claude API performs semantic comparison between messages and the scope document (not keyword matching), classifies requests, and drafts context-aware replies and billing summaries.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SS26 · AIH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DIFFERENT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 &amp; Technology</a:t>
            </a:r>
            <a:endParaRPr lang="en-US" sz="2800" dirty="0"/>
          </a:p>
        </p:txBody>
      </p:sp>
      <p:pic>
        <p:nvPicPr>
          <p:cNvPr id="5" name="Image 0" descr="/home/claude/icon_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 &amp; Uniqueness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94360" y="2286000"/>
            <a:ext cx="53492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PM tools (Asana, Trello) track tasks for teams with PMs; ScopeGuard is purpose-built for solo freelancers with no PM function at all.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Passive, in-the-background scope comparison — not another dashboard to check daily.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Harvest or Bonsai, which track time/invoices after the fact, ScopeGuard prevents the revenue loss before it happens.</a:t>
            </a:r>
            <a:endParaRPr lang="en-US" sz="1200" dirty="0"/>
          </a:p>
          <a:p>
            <a:pPr marL="342900" indent="-3429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Casual, indirectly-phrased requests need semantic reasoning, not rigid rules, to be reliably caught — which is why an AI-first approach wins here.</a:t>
            </a:r>
            <a:endParaRPr lang="en-US" sz="1200" dirty="0"/>
          </a:p>
        </p:txBody>
      </p:sp>
      <p:pic>
        <p:nvPicPr>
          <p:cNvPr id="8" name="Image 1" descr="/home/claude/icon_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78308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76656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1500" dirty="0"/>
          </a:p>
        </p:txBody>
      </p:sp>
      <p:pic>
        <p:nvPicPr>
          <p:cNvPr id="10" name="Image 2" descr="/home/claude/icon_chi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331720"/>
            <a:ext cx="310896" cy="31089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720840" y="2276856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Model Layer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6720840" y="256032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(Anthropic) for semantic comparison, classification, and drafting</a:t>
            </a:r>
            <a:endParaRPr lang="en-US" sz="1080" dirty="0"/>
          </a:p>
        </p:txBody>
      </p:sp>
      <p:pic>
        <p:nvPicPr>
          <p:cNvPr id="13" name="Image 3" descr="/home/claude/icon_netwo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3227832"/>
            <a:ext cx="310896" cy="31089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720840" y="317296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&amp; Automation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6720840" y="3456432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matching (pgvector) to compare requests against the scope doc</a:t>
            </a:r>
            <a:endParaRPr lang="en-US" sz="1080" dirty="0"/>
          </a:p>
        </p:txBody>
      </p:sp>
      <p:pic>
        <p:nvPicPr>
          <p:cNvPr id="16" name="Image 4" descr="/home/claude/icon_cod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4123944"/>
            <a:ext cx="310896" cy="31089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720840" y="406908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&amp; Backend</a:t>
            </a:r>
            <a:endParaRPr lang="en-US" sz="1250" dirty="0"/>
          </a:p>
        </p:txBody>
      </p:sp>
      <p:sp>
        <p:nvSpPr>
          <p:cNvPr id="18" name="Text 11"/>
          <p:cNvSpPr/>
          <p:nvPr/>
        </p:nvSpPr>
        <p:spPr>
          <a:xfrm>
            <a:off x="6720840" y="4352544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Tailwind frontend, Node.js / FastAPI backend, PostgreSQL</a:t>
            </a:r>
            <a:endParaRPr lang="en-US" sz="1080" dirty="0"/>
          </a:p>
        </p:txBody>
      </p:sp>
      <p:pic>
        <p:nvPicPr>
          <p:cNvPr id="19" name="Image 5" descr="/home/claude/icon_clou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5020056"/>
            <a:ext cx="310896" cy="31089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720840" y="496519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APIs</a:t>
            </a:r>
            <a:endParaRPr lang="en-US" sz="1250" dirty="0"/>
          </a:p>
        </p:txBody>
      </p:sp>
      <p:sp>
        <p:nvSpPr>
          <p:cNvPr id="21" name="Text 13"/>
          <p:cNvSpPr/>
          <p:nvPr/>
        </p:nvSpPr>
        <p:spPr>
          <a:xfrm>
            <a:off x="6720840" y="5248656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8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API, Gmail API, Stripe API — hosted on AWS / Vercel</a:t>
            </a:r>
            <a:endParaRPr lang="en-US" sz="1080" dirty="0"/>
          </a:p>
        </p:txBody>
      </p:sp>
      <p:sp>
        <p:nvSpPr>
          <p:cNvPr id="22" name="Text 14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SS26 · AIH</a:t>
            </a:r>
            <a:endParaRPr lang="en-US" sz="900" dirty="0"/>
          </a:p>
        </p:txBody>
      </p:sp>
      <p:sp>
        <p:nvSpPr>
          <p:cNvPr id="23" name="Text 15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SCALABILITY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Prototype to Real-World Impact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1F1F"/>
            </a:solidFill>
            <a:prstDash val="solid"/>
          </a:ln>
        </p:spPr>
      </p:sp>
      <p:pic>
        <p:nvPicPr>
          <p:cNvPr id="6" name="Image 0" descr="/home/claude/icon_ar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" y="1851660"/>
            <a:ext cx="173736" cy="1737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70992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 Evaluation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05840" y="20391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In-depth evaluation of the proposed solution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05840" y="265176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3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the feasibility of the idea
</a:t>
            </a:r>
            <a:endParaRPr lang="en-US" sz="13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MVP is buildable in 48 hours using entirely off-the-shelf APIs — no custom model training required — keeping cost and complexity low while remaining straightforward to scale.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005840" y="388620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3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challenges and risks
</a:t>
            </a:r>
            <a:endParaRPr lang="en-US" sz="13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flagging genuinely in-scope requests as creep; client discomfort at being “monitored”; data-privacy concerns from reading private client messages.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005840" y="512064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3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 for overcoming these challenges
</a:t>
            </a:r>
            <a:endParaRPr lang="en-US" sz="13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Tunable sensitivity with human-in-the-loop confirmation before any message is sent; transparent opt-in framing as a “scope assistant,” not surveillance; encryption and minimal data retention by design.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SS26 · AIH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2026-07-19T17:52:33Z</dcterms:created>
  <dcterms:modified xsi:type="dcterms:W3CDTF">2026-07-19T17:52:33Z</dcterms:modified>
</cp:coreProperties>
</file>